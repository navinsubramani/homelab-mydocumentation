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0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3A29E-75E5-45A1-84FC-65405F55D04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BDE86-F41E-440C-A421-74AFAAA8C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44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44A9-4B04-DBCD-E1FE-05DE69818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83847-B2F7-42A1-FD0A-E1490C68D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67337-5D5B-8EC5-0D01-2BC75D73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FC43D-8B06-F311-5942-76F9BDD9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1AD0-317E-4E3B-8810-B6B2E48D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2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F08A-62F6-FA10-C425-E412BC32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C61A8-4B24-A59A-E07E-018BE41C9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A3445-AF1D-2E7A-228A-0B1B6AEF5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19564-74DE-2C7D-872F-2341089C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EA097-ACFF-67AD-CBC6-5712D61F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39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5F17-BB11-DC8D-321D-7885EFCE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4EE1B-5319-395B-E1A0-B880C151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1E466-3C02-14CA-87B8-BA16D8BF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BC02F-98CD-D028-14B5-BECC4ECF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DA865-4798-DBBC-609B-844FE690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83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E77E-0BA8-7432-A3C4-1C959D1C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F9312-9371-4004-709C-45EA0AE42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5A79A-AA9A-755F-F747-36A6B9D86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3FD09-D5F6-741C-7BBD-D1E3A6F6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85BF6-7DB2-6FE9-BE98-62729BAC2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C8713-455B-DC27-FED9-6CCF0665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5AB01-29BA-9F8D-C8A8-854CB05B8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AC9CA-7175-A190-6102-473714B39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0421B-FBB8-F01C-F273-1F6CBE164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509B0-083F-59BA-0204-F6575C005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3134B-BA19-3E04-484E-030E96651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3F7664-0AC3-154F-255D-DE85D493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BE299-A732-7DF0-8534-0A6FDF1C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CFC69-07EC-9D56-35A7-C6971140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1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7469-33D9-25F2-EFBB-89A000C00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09538-FEB4-094C-7B58-44FF1B935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96639-77D3-4C27-42EE-737DBDC77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C84F91-EB55-BFB8-0E79-2ECF8029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0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25198-D7B7-8B47-4CAA-B1A76CFF1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59C1C-C688-D059-4F02-5C15297F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13066-2AB7-6727-8580-3B48C30C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9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17F4A-9AB1-BA69-E4A3-21AF9D49C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BE158-7325-D031-6498-44170C5D8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A46E9-3350-185A-0397-E0033ACFC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66C35-CD49-1066-0A1C-D96839BD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7CD7A-8C39-E0C3-6357-07E42422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30D2E-832C-672F-3FA2-4FB6A6F5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12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99F1-A328-D775-94A2-0B9A8D47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16567-7F7C-A1C4-1FF6-9732676C7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08503-7945-6864-2206-C2B2E8F47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90D58-BEA3-9091-DF0E-E97AB2635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AE82E-2279-E31B-F40A-8A67675C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07C96-E3E5-1B99-9630-9F525DF9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4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86402-97D6-F269-05BC-5D6918B8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ADB88-26C3-3BDB-7034-78823F7D5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0E792-5A4A-D1A1-6AE0-12753BBB8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8356-1DD5-A6E7-82A6-146B7BC2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B4A65-E7C4-C828-FAD8-BE349445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9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A5182-50ED-234B-BFC7-0C92FDD1D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98E77-1098-D19F-0EB7-DF2BD42D7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1DE4B-5D0A-DF0B-CA80-609B161D0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608DB-FE3A-DE2F-32BA-E20092A1A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C0C91-5412-C6D4-0767-85C845A2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4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3CFC4E-DE45-6305-865F-59A81597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17DF-03B3-7FAB-D290-5A5B828C2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C4585-027E-88CF-9BEB-1F44658F0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3ACBC-60E0-4973-9C3D-EC7362A3F38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8B793-FEB2-FED0-593A-E82DCDDF6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95D92-F891-8378-0C4E-970D74291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0BF4D-35A3-436E-AA53-7B5A5FA42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6879385-939D-0DCE-CACB-984E08D38C70}"/>
              </a:ext>
            </a:extLst>
          </p:cNvPr>
          <p:cNvSpPr/>
          <p:nvPr/>
        </p:nvSpPr>
        <p:spPr>
          <a:xfrm>
            <a:off x="807929" y="2367524"/>
            <a:ext cx="10919251" cy="3754676"/>
          </a:xfrm>
          <a:prstGeom prst="roundRect">
            <a:avLst>
              <a:gd name="adj" fmla="val 2632"/>
            </a:avLst>
          </a:prstGeom>
          <a:solidFill>
            <a:schemeClr val="accent6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3E0CEB-1740-0FF1-76E4-A33CB1447D17}"/>
              </a:ext>
            </a:extLst>
          </p:cNvPr>
          <p:cNvSpPr/>
          <p:nvPr/>
        </p:nvSpPr>
        <p:spPr>
          <a:xfrm>
            <a:off x="807929" y="407096"/>
            <a:ext cx="7421671" cy="1678488"/>
          </a:xfrm>
          <a:prstGeom prst="roundRect">
            <a:avLst>
              <a:gd name="adj" fmla="val 5473"/>
            </a:avLst>
          </a:prstGeom>
          <a:solidFill>
            <a:schemeClr val="accent2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Cloud outline">
            <a:extLst>
              <a:ext uri="{FF2B5EF4-FFF2-40B4-BE49-F238E27FC236}">
                <a16:creationId xmlns:a16="http://schemas.microsoft.com/office/drawing/2014/main" id="{B9C2F0A2-E4B0-EBDE-BB97-3D0E48760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367" y="758910"/>
            <a:ext cx="669945" cy="669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7B4A32-C98D-855A-1166-87E625C3B1A0}"/>
              </a:ext>
            </a:extLst>
          </p:cNvPr>
          <p:cNvSpPr txBox="1"/>
          <p:nvPr/>
        </p:nvSpPr>
        <p:spPr>
          <a:xfrm>
            <a:off x="966997" y="1294292"/>
            <a:ext cx="902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cloudflare</a:t>
            </a:r>
          </a:p>
        </p:txBody>
      </p:sp>
      <p:pic>
        <p:nvPicPr>
          <p:cNvPr id="9" name="Graphic 8" descr="Users with solid fill">
            <a:extLst>
              <a:ext uri="{FF2B5EF4-FFF2-40B4-BE49-F238E27FC236}">
                <a16:creationId xmlns:a16="http://schemas.microsoft.com/office/drawing/2014/main" id="{3D51E8A6-ECD6-89A3-0199-BD08821D9C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0860" y="516606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7CA624-52AD-B085-116E-93D7341C6405}"/>
              </a:ext>
            </a:extLst>
          </p:cNvPr>
          <p:cNvSpPr txBox="1"/>
          <p:nvPr/>
        </p:nvSpPr>
        <p:spPr>
          <a:xfrm>
            <a:off x="10820511" y="1248126"/>
            <a:ext cx="708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Internet</a:t>
            </a:r>
          </a:p>
          <a:p>
            <a:pPr algn="ctr"/>
            <a:r>
              <a:rPr lang="en-US" sz="1200" dirty="0"/>
              <a:t>Users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8211FE-C7A8-A58D-36C4-8779A14A7088}"/>
              </a:ext>
            </a:extLst>
          </p:cNvPr>
          <p:cNvCxnSpPr>
            <a:cxnSpLocks/>
          </p:cNvCxnSpPr>
          <p:nvPr/>
        </p:nvCxnSpPr>
        <p:spPr>
          <a:xfrm flipH="1">
            <a:off x="8374380" y="1246340"/>
            <a:ext cx="23164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B31D31C-3E6A-1648-D04E-9E16B39D83D5}"/>
              </a:ext>
            </a:extLst>
          </p:cNvPr>
          <p:cNvSpPr txBox="1"/>
          <p:nvPr/>
        </p:nvSpPr>
        <p:spPr>
          <a:xfrm>
            <a:off x="8328724" y="1290275"/>
            <a:ext cx="2355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&lt;subdomain&gt;.example.com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E7944C-B5B0-8B12-EFEB-8EAC3B29D5D8}"/>
              </a:ext>
            </a:extLst>
          </p:cNvPr>
          <p:cNvSpPr/>
          <p:nvPr/>
        </p:nvSpPr>
        <p:spPr>
          <a:xfrm>
            <a:off x="6313170" y="1017740"/>
            <a:ext cx="1805940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Domain Registered &amp; SSL Configured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705BDB-0020-3EA4-D89C-29FA465EAD2E}"/>
              </a:ext>
            </a:extLst>
          </p:cNvPr>
          <p:cNvSpPr/>
          <p:nvPr/>
        </p:nvSpPr>
        <p:spPr>
          <a:xfrm>
            <a:off x="4179570" y="1017740"/>
            <a:ext cx="1805940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Application &amp; Policies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AFCEFF-A03E-C9C5-2736-275C63789C2B}"/>
              </a:ext>
            </a:extLst>
          </p:cNvPr>
          <p:cNvSpPr/>
          <p:nvPr/>
        </p:nvSpPr>
        <p:spPr>
          <a:xfrm>
            <a:off x="2073660" y="1017740"/>
            <a:ext cx="1805940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Cloudflare Tunnel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E4DA48-6A6D-FDA4-9B72-3A004523A238}"/>
              </a:ext>
            </a:extLst>
          </p:cNvPr>
          <p:cNvCxnSpPr>
            <a:stCxn id="15" idx="1"/>
            <a:endCxn id="16" idx="3"/>
          </p:cNvCxnSpPr>
          <p:nvPr/>
        </p:nvCxnSpPr>
        <p:spPr>
          <a:xfrm flipH="1">
            <a:off x="5985510" y="1246340"/>
            <a:ext cx="327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6302D2-8BB0-E808-BFB2-3C1A62E010C3}"/>
              </a:ext>
            </a:extLst>
          </p:cNvPr>
          <p:cNvCxnSpPr>
            <a:stCxn id="16" idx="1"/>
          </p:cNvCxnSpPr>
          <p:nvPr/>
        </p:nvCxnSpPr>
        <p:spPr>
          <a:xfrm flipH="1">
            <a:off x="3879600" y="1246340"/>
            <a:ext cx="299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House outline">
            <a:extLst>
              <a:ext uri="{FF2B5EF4-FFF2-40B4-BE49-F238E27FC236}">
                <a16:creationId xmlns:a16="http://schemas.microsoft.com/office/drawing/2014/main" id="{E43B4B81-B764-8C84-5B98-D7F25BAC00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019" y="3570492"/>
            <a:ext cx="674370" cy="67437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AD88C0-BCD7-AAE9-B95D-D2B3A1A8B695}"/>
              </a:ext>
            </a:extLst>
          </p:cNvPr>
          <p:cNvSpPr txBox="1"/>
          <p:nvPr/>
        </p:nvSpPr>
        <p:spPr>
          <a:xfrm>
            <a:off x="869642" y="4169184"/>
            <a:ext cx="802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Home Network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5F5DAB0-B8DC-3409-0151-CE079FF9D9E4}"/>
              </a:ext>
            </a:extLst>
          </p:cNvPr>
          <p:cNvSpPr/>
          <p:nvPr/>
        </p:nvSpPr>
        <p:spPr>
          <a:xfrm>
            <a:off x="1681229" y="2514600"/>
            <a:ext cx="2700271" cy="2505598"/>
          </a:xfrm>
          <a:prstGeom prst="roundRect">
            <a:avLst>
              <a:gd name="adj" fmla="val 2632"/>
            </a:avLst>
          </a:prstGeom>
          <a:solidFill>
            <a:schemeClr val="accent6">
              <a:lumMod val="60000"/>
              <a:lumOff val="4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075106D-8FE3-A710-C419-E0EBCF7D6E91}"/>
              </a:ext>
            </a:extLst>
          </p:cNvPr>
          <p:cNvSpPr/>
          <p:nvPr/>
        </p:nvSpPr>
        <p:spPr>
          <a:xfrm>
            <a:off x="4786681" y="2514600"/>
            <a:ext cx="2993641" cy="2505598"/>
          </a:xfrm>
          <a:prstGeom prst="roundRect">
            <a:avLst>
              <a:gd name="adj" fmla="val 2632"/>
            </a:avLst>
          </a:prstGeom>
          <a:solidFill>
            <a:schemeClr val="accent6">
              <a:lumMod val="60000"/>
              <a:lumOff val="4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 descr="Internet with solid fill">
            <a:extLst>
              <a:ext uri="{FF2B5EF4-FFF2-40B4-BE49-F238E27FC236}">
                <a16:creationId xmlns:a16="http://schemas.microsoft.com/office/drawing/2014/main" id="{59396D8B-F428-0AB6-45C2-43FB3F9E3E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84446" y="2471516"/>
            <a:ext cx="518160" cy="518160"/>
          </a:xfrm>
          <a:prstGeom prst="rect">
            <a:avLst/>
          </a:prstGeom>
        </p:spPr>
      </p:pic>
      <p:pic>
        <p:nvPicPr>
          <p:cNvPr id="32" name="Graphic 31" descr="Internet with solid fill">
            <a:extLst>
              <a:ext uri="{FF2B5EF4-FFF2-40B4-BE49-F238E27FC236}">
                <a16:creationId xmlns:a16="http://schemas.microsoft.com/office/drawing/2014/main" id="{C580EDA3-0853-9D0F-9222-1F69ADA078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19950" y="2471516"/>
            <a:ext cx="518160" cy="518160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CA88A0B-267E-C650-CE91-DE47141E27BC}"/>
              </a:ext>
            </a:extLst>
          </p:cNvPr>
          <p:cNvSpPr/>
          <p:nvPr/>
        </p:nvSpPr>
        <p:spPr>
          <a:xfrm>
            <a:off x="1840231" y="3072061"/>
            <a:ext cx="2274570" cy="417900"/>
          </a:xfrm>
          <a:prstGeom prst="roundRect">
            <a:avLst>
              <a:gd name="adj" fmla="val 2632"/>
            </a:avLst>
          </a:prstGeom>
          <a:solidFill>
            <a:schemeClr val="accent6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Cloudflared Service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D274377-E131-6720-57B9-2AEC4614B066}"/>
              </a:ext>
            </a:extLst>
          </p:cNvPr>
          <p:cNvCxnSpPr>
            <a:cxnSpLocks/>
            <a:stCxn id="17" idx="2"/>
            <a:endCxn id="33" idx="0"/>
          </p:cNvCxnSpPr>
          <p:nvPr/>
        </p:nvCxnSpPr>
        <p:spPr>
          <a:xfrm>
            <a:off x="2976630" y="1474940"/>
            <a:ext cx="886" cy="1597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C49F9A3-94FA-52CF-7D56-2504181872FF}"/>
              </a:ext>
            </a:extLst>
          </p:cNvPr>
          <p:cNvSpPr/>
          <p:nvPr/>
        </p:nvSpPr>
        <p:spPr>
          <a:xfrm>
            <a:off x="1819943" y="4035912"/>
            <a:ext cx="1105845" cy="703728"/>
          </a:xfrm>
          <a:prstGeom prst="roundRect">
            <a:avLst>
              <a:gd name="adj" fmla="val 2632"/>
            </a:avLst>
          </a:prstGeom>
          <a:solidFill>
            <a:schemeClr val="accent6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Immich</a:t>
            </a: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Service(s)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D8D3036-4931-E141-FC57-937BC2C3B926}"/>
              </a:ext>
            </a:extLst>
          </p:cNvPr>
          <p:cNvSpPr/>
          <p:nvPr/>
        </p:nvSpPr>
        <p:spPr>
          <a:xfrm>
            <a:off x="5002932" y="4048152"/>
            <a:ext cx="982578" cy="703728"/>
          </a:xfrm>
          <a:prstGeom prst="roundRect">
            <a:avLst>
              <a:gd name="adj" fmla="val 2632"/>
            </a:avLst>
          </a:prstGeom>
          <a:solidFill>
            <a:schemeClr val="accent6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Portainer</a:t>
            </a: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Service(s)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7D3B4DC-388F-1358-CED0-AC539ED242C5}"/>
              </a:ext>
            </a:extLst>
          </p:cNvPr>
          <p:cNvSpPr/>
          <p:nvPr/>
        </p:nvSpPr>
        <p:spPr>
          <a:xfrm>
            <a:off x="3052829" y="4035912"/>
            <a:ext cx="1138171" cy="703728"/>
          </a:xfrm>
          <a:prstGeom prst="roundRect">
            <a:avLst>
              <a:gd name="adj" fmla="val 2632"/>
            </a:avLst>
          </a:prstGeom>
          <a:solidFill>
            <a:schemeClr val="accent6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Authentik</a:t>
            </a: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Service(s)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9AB3F42-FCB2-673A-0753-8F31C8419597}"/>
              </a:ext>
            </a:extLst>
          </p:cNvPr>
          <p:cNvSpPr/>
          <p:nvPr/>
        </p:nvSpPr>
        <p:spPr>
          <a:xfrm>
            <a:off x="6464402" y="4035912"/>
            <a:ext cx="1138171" cy="703728"/>
          </a:xfrm>
          <a:prstGeom prst="roundRect">
            <a:avLst>
              <a:gd name="adj" fmla="val 2632"/>
            </a:avLst>
          </a:prstGeom>
          <a:solidFill>
            <a:schemeClr val="accent6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Pair Drop</a:t>
            </a: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Service(s)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A1A1E978-77DB-1A6D-7C14-6A0CEADAEEA5}"/>
              </a:ext>
            </a:extLst>
          </p:cNvPr>
          <p:cNvCxnSpPr>
            <a:stCxn id="33" idx="2"/>
            <a:endCxn id="42" idx="0"/>
          </p:cNvCxnSpPr>
          <p:nvPr/>
        </p:nvCxnSpPr>
        <p:spPr>
          <a:xfrm rot="16200000" flipH="1">
            <a:off x="4732527" y="1734950"/>
            <a:ext cx="545951" cy="40559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CA0734B1-23AD-92E9-74F5-84499FB04F93}"/>
              </a:ext>
            </a:extLst>
          </p:cNvPr>
          <p:cNvCxnSpPr>
            <a:stCxn id="33" idx="2"/>
            <a:endCxn id="40" idx="0"/>
          </p:cNvCxnSpPr>
          <p:nvPr/>
        </p:nvCxnSpPr>
        <p:spPr>
          <a:xfrm rot="16200000" flipH="1">
            <a:off x="3956773" y="2510703"/>
            <a:ext cx="558191" cy="251670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7953E6C0-91EC-AFBA-BB42-36A04CF1D922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 rot="5400000">
            <a:off x="2402216" y="3460611"/>
            <a:ext cx="545951" cy="6046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24F63DA8-0A60-C551-C231-420D8CF303E2}"/>
              </a:ext>
            </a:extLst>
          </p:cNvPr>
          <p:cNvCxnSpPr>
            <a:stCxn id="33" idx="2"/>
            <a:endCxn id="41" idx="0"/>
          </p:cNvCxnSpPr>
          <p:nvPr/>
        </p:nvCxnSpPr>
        <p:spPr>
          <a:xfrm rot="16200000" flipH="1">
            <a:off x="3026740" y="3440736"/>
            <a:ext cx="545951" cy="6443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Graphic 57" descr="Users with solid fill">
            <a:extLst>
              <a:ext uri="{FF2B5EF4-FFF2-40B4-BE49-F238E27FC236}">
                <a16:creationId xmlns:a16="http://schemas.microsoft.com/office/drawing/2014/main" id="{2B5904B7-4681-0ABE-60A0-2848E7A71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4625" y="3177442"/>
            <a:ext cx="914400" cy="9144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72C4B9D2-F249-9345-5438-FD20AEB4B465}"/>
              </a:ext>
            </a:extLst>
          </p:cNvPr>
          <p:cNvSpPr txBox="1"/>
          <p:nvPr/>
        </p:nvSpPr>
        <p:spPr>
          <a:xfrm>
            <a:off x="10877093" y="3947015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Home</a:t>
            </a:r>
          </a:p>
          <a:p>
            <a:pPr algn="ctr"/>
            <a:r>
              <a:rPr lang="en-US" sz="1200" dirty="0"/>
              <a:t>Users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A71411E-E3A6-FFBE-8A1D-3B4A6D14728D}"/>
              </a:ext>
            </a:extLst>
          </p:cNvPr>
          <p:cNvCxnSpPr>
            <a:cxnSpLocks/>
          </p:cNvCxnSpPr>
          <p:nvPr/>
        </p:nvCxnSpPr>
        <p:spPr>
          <a:xfrm flipH="1">
            <a:off x="8374380" y="3883382"/>
            <a:ext cx="23164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6903A73-864E-EDC3-C1EB-2823E345E000}"/>
              </a:ext>
            </a:extLst>
          </p:cNvPr>
          <p:cNvSpPr txBox="1"/>
          <p:nvPr/>
        </p:nvSpPr>
        <p:spPr>
          <a:xfrm>
            <a:off x="8777855" y="3927317"/>
            <a:ext cx="1457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Local IP address</a:t>
            </a:r>
          </a:p>
        </p:txBody>
      </p:sp>
      <p:pic>
        <p:nvPicPr>
          <p:cNvPr id="63" name="Graphic 62" descr="Database outline">
            <a:extLst>
              <a:ext uri="{FF2B5EF4-FFF2-40B4-BE49-F238E27FC236}">
                <a16:creationId xmlns:a16="http://schemas.microsoft.com/office/drawing/2014/main" id="{5FA872DD-D410-A2FB-D677-6BBE44A900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26496" y="5157093"/>
            <a:ext cx="618003" cy="618003"/>
          </a:xfrm>
          <a:prstGeom prst="rect">
            <a:avLst/>
          </a:prstGeom>
        </p:spPr>
      </p:pic>
      <p:pic>
        <p:nvPicPr>
          <p:cNvPr id="65" name="Graphic 64" descr="Database with solid fill">
            <a:extLst>
              <a:ext uri="{FF2B5EF4-FFF2-40B4-BE49-F238E27FC236}">
                <a16:creationId xmlns:a16="http://schemas.microsoft.com/office/drawing/2014/main" id="{2F01E265-EFE9-B8A9-7E18-044E0B4DB8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43827" y="5157094"/>
            <a:ext cx="618003" cy="618003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A60A64ED-279C-F35C-D66E-1CE0A096B957}"/>
              </a:ext>
            </a:extLst>
          </p:cNvPr>
          <p:cNvSpPr txBox="1"/>
          <p:nvPr/>
        </p:nvSpPr>
        <p:spPr>
          <a:xfrm>
            <a:off x="1374532" y="5775097"/>
            <a:ext cx="3313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Critical Storage Data (Encrypted and Protected)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6591FE-DF6E-8D1B-CE60-7B56C49BB259}"/>
              </a:ext>
            </a:extLst>
          </p:cNvPr>
          <p:cNvSpPr txBox="1"/>
          <p:nvPr/>
        </p:nvSpPr>
        <p:spPr>
          <a:xfrm>
            <a:off x="9249136" y="5758993"/>
            <a:ext cx="1972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Duplicate / Backup System</a:t>
            </a:r>
          </a:p>
        </p:txBody>
      </p:sp>
    </p:spTree>
    <p:extLst>
      <p:ext uri="{BB962C8B-B14F-4D97-AF65-F5344CB8AC3E}">
        <p14:creationId xmlns:p14="http://schemas.microsoft.com/office/powerpoint/2010/main" val="111752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C8AB8E-4C4F-181A-7574-4944EDA52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53" t="15789" r="1053" b="22982"/>
          <a:stretch>
            <a:fillRect/>
          </a:stretch>
        </p:blipFill>
        <p:spPr>
          <a:xfrm>
            <a:off x="1630917" y="512424"/>
            <a:ext cx="6268621" cy="5117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F02192-F44A-C39B-2E5B-DF2863787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801" y="512424"/>
            <a:ext cx="2084737" cy="2839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3BED09-960B-314F-A48E-5307447D4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082" y="512424"/>
            <a:ext cx="4122719" cy="2839432"/>
          </a:xfrm>
          <a:prstGeom prst="rect">
            <a:avLst/>
          </a:prstGeom>
        </p:spPr>
      </p:pic>
      <p:pic>
        <p:nvPicPr>
          <p:cNvPr id="7" name="Graphic 6" descr="Badge 1 with solid fill">
            <a:extLst>
              <a:ext uri="{FF2B5EF4-FFF2-40B4-BE49-F238E27FC236}">
                <a16:creationId xmlns:a16="http://schemas.microsoft.com/office/drawing/2014/main" id="{B675104D-2F44-44D2-F5DE-6FF39DF34A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6432" y="1822056"/>
            <a:ext cx="408432" cy="408432"/>
          </a:xfrm>
          <a:prstGeom prst="rect">
            <a:avLst/>
          </a:prstGeom>
        </p:spPr>
      </p:pic>
      <p:pic>
        <p:nvPicPr>
          <p:cNvPr id="8" name="Graphic 7" descr="Badge 4 with solid fill">
            <a:extLst>
              <a:ext uri="{FF2B5EF4-FFF2-40B4-BE49-F238E27FC236}">
                <a16:creationId xmlns:a16="http://schemas.microsoft.com/office/drawing/2014/main" id="{69CAAAC9-4018-2079-A6A8-26C9F5F8B5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3200" y="2595707"/>
            <a:ext cx="475488" cy="475488"/>
          </a:xfrm>
          <a:prstGeom prst="rect">
            <a:avLst/>
          </a:prstGeom>
        </p:spPr>
      </p:pic>
      <p:pic>
        <p:nvPicPr>
          <p:cNvPr id="9" name="Graphic 8" descr="Badge 3 with solid fill">
            <a:extLst>
              <a:ext uri="{FF2B5EF4-FFF2-40B4-BE49-F238E27FC236}">
                <a16:creationId xmlns:a16="http://schemas.microsoft.com/office/drawing/2014/main" id="{77A0AABD-21A4-E95A-09DE-FEB5B6D4EB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4000" y="4383024"/>
            <a:ext cx="488328" cy="488328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A173740A-F530-1AF9-A220-B3D5FE9024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15904" y="1085088"/>
            <a:ext cx="485928" cy="4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4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DD5CFD-30ED-EABF-0619-BBFA33E5E02A}"/>
              </a:ext>
            </a:extLst>
          </p:cNvPr>
          <p:cNvSpPr>
            <a:spLocks/>
          </p:cNvSpPr>
          <p:nvPr/>
        </p:nvSpPr>
        <p:spPr>
          <a:xfrm>
            <a:off x="807930" y="2367524"/>
            <a:ext cx="9876696" cy="3754676"/>
          </a:xfrm>
          <a:prstGeom prst="roundRect">
            <a:avLst>
              <a:gd name="adj" fmla="val 2632"/>
            </a:avLst>
          </a:prstGeom>
          <a:solidFill>
            <a:schemeClr val="accent6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7FBB6F-200A-FF35-D794-CBEAB90998C5}"/>
              </a:ext>
            </a:extLst>
          </p:cNvPr>
          <p:cNvSpPr/>
          <p:nvPr/>
        </p:nvSpPr>
        <p:spPr>
          <a:xfrm>
            <a:off x="807929" y="407096"/>
            <a:ext cx="7421671" cy="1678488"/>
          </a:xfrm>
          <a:prstGeom prst="roundRect">
            <a:avLst>
              <a:gd name="adj" fmla="val 5473"/>
            </a:avLst>
          </a:prstGeom>
          <a:solidFill>
            <a:schemeClr val="accent2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loud outline">
            <a:extLst>
              <a:ext uri="{FF2B5EF4-FFF2-40B4-BE49-F238E27FC236}">
                <a16:creationId xmlns:a16="http://schemas.microsoft.com/office/drawing/2014/main" id="{0BAEEF6A-95F7-929E-9BA9-52314FFD6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367" y="758910"/>
            <a:ext cx="669945" cy="669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FDD647-3C9A-4197-C57A-076B961C0230}"/>
              </a:ext>
            </a:extLst>
          </p:cNvPr>
          <p:cNvSpPr txBox="1"/>
          <p:nvPr/>
        </p:nvSpPr>
        <p:spPr>
          <a:xfrm>
            <a:off x="966997" y="1294292"/>
            <a:ext cx="902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cloudflare</a:t>
            </a:r>
          </a:p>
        </p:txBody>
      </p:sp>
      <p:pic>
        <p:nvPicPr>
          <p:cNvPr id="11" name="Graphic 10" descr="Users with solid fill">
            <a:extLst>
              <a:ext uri="{FF2B5EF4-FFF2-40B4-BE49-F238E27FC236}">
                <a16:creationId xmlns:a16="http://schemas.microsoft.com/office/drawing/2014/main" id="{9B260F5E-0B03-52B9-5ED3-237D42CC8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2814" y="516606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19C393-B140-5E57-5466-A22847E98EF4}"/>
              </a:ext>
            </a:extLst>
          </p:cNvPr>
          <p:cNvSpPr txBox="1"/>
          <p:nvPr/>
        </p:nvSpPr>
        <p:spPr>
          <a:xfrm>
            <a:off x="10302465" y="1248126"/>
            <a:ext cx="708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Internet</a:t>
            </a:r>
          </a:p>
          <a:p>
            <a:pPr algn="ctr"/>
            <a:r>
              <a:rPr lang="en-US" sz="1200" dirty="0"/>
              <a:t>Users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EE7CD5-EC51-582C-0F7D-5DCDA14D511B}"/>
              </a:ext>
            </a:extLst>
          </p:cNvPr>
          <p:cNvCxnSpPr>
            <a:cxnSpLocks/>
          </p:cNvCxnSpPr>
          <p:nvPr/>
        </p:nvCxnSpPr>
        <p:spPr>
          <a:xfrm flipH="1">
            <a:off x="8374380" y="1246340"/>
            <a:ext cx="1743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ED8A68-BBA4-A35D-42EC-36183216C84C}"/>
              </a:ext>
            </a:extLst>
          </p:cNvPr>
          <p:cNvSpPr txBox="1"/>
          <p:nvPr/>
        </p:nvSpPr>
        <p:spPr>
          <a:xfrm>
            <a:off x="8328725" y="1290275"/>
            <a:ext cx="17896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&lt;subdomain&gt;.example.com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363AE3-A8BE-B69C-44D9-EDEA69ADFC92}"/>
              </a:ext>
            </a:extLst>
          </p:cNvPr>
          <p:cNvSpPr/>
          <p:nvPr/>
        </p:nvSpPr>
        <p:spPr>
          <a:xfrm>
            <a:off x="6313170" y="1017740"/>
            <a:ext cx="1805940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Domain Registered &amp; SSL Configured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BD05F8-F875-3DEB-58D1-219D0605E18F}"/>
              </a:ext>
            </a:extLst>
          </p:cNvPr>
          <p:cNvSpPr/>
          <p:nvPr/>
        </p:nvSpPr>
        <p:spPr>
          <a:xfrm>
            <a:off x="4179570" y="1017740"/>
            <a:ext cx="1805940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Application &amp; Policies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82991E-B4A3-C0FD-72E3-8401C9C4EE44}"/>
              </a:ext>
            </a:extLst>
          </p:cNvPr>
          <p:cNvSpPr/>
          <p:nvPr/>
        </p:nvSpPr>
        <p:spPr>
          <a:xfrm>
            <a:off x="2073660" y="1017740"/>
            <a:ext cx="1805940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Cloudflare Tunnel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DF8E01-2BBF-D495-B3CE-2F9231E2B198}"/>
              </a:ext>
            </a:extLst>
          </p:cNvPr>
          <p:cNvCxnSpPr>
            <a:stCxn id="15" idx="1"/>
            <a:endCxn id="16" idx="3"/>
          </p:cNvCxnSpPr>
          <p:nvPr/>
        </p:nvCxnSpPr>
        <p:spPr>
          <a:xfrm flipH="1">
            <a:off x="5985510" y="1246340"/>
            <a:ext cx="327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F550CD-0D4B-8071-DCF1-5E730CF17173}"/>
              </a:ext>
            </a:extLst>
          </p:cNvPr>
          <p:cNvCxnSpPr>
            <a:stCxn id="16" idx="1"/>
          </p:cNvCxnSpPr>
          <p:nvPr/>
        </p:nvCxnSpPr>
        <p:spPr>
          <a:xfrm flipH="1">
            <a:off x="3879600" y="1246340"/>
            <a:ext cx="299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House outline">
            <a:extLst>
              <a:ext uri="{FF2B5EF4-FFF2-40B4-BE49-F238E27FC236}">
                <a16:creationId xmlns:a16="http://schemas.microsoft.com/office/drawing/2014/main" id="{BD96E778-04FD-5E84-5D6A-5971EAFEA4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019" y="2660436"/>
            <a:ext cx="674370" cy="67437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080ECF-856F-F9AF-BBDA-F5F31D372621}"/>
              </a:ext>
            </a:extLst>
          </p:cNvPr>
          <p:cNvSpPr txBox="1"/>
          <p:nvPr/>
        </p:nvSpPr>
        <p:spPr>
          <a:xfrm>
            <a:off x="869642" y="3259128"/>
            <a:ext cx="802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Home Network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F99234F-850F-7609-4C61-56BD2202A6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1229" y="2514600"/>
            <a:ext cx="4631941" cy="1865376"/>
          </a:xfrm>
          <a:prstGeom prst="roundRect">
            <a:avLst>
              <a:gd name="adj" fmla="val 2632"/>
            </a:avLst>
          </a:prstGeom>
          <a:solidFill>
            <a:schemeClr val="accent6">
              <a:lumMod val="60000"/>
              <a:lumOff val="4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Graphic 23" descr="Internet with solid fill">
            <a:extLst>
              <a:ext uri="{FF2B5EF4-FFF2-40B4-BE49-F238E27FC236}">
                <a16:creationId xmlns:a16="http://schemas.microsoft.com/office/drawing/2014/main" id="{4541C7BA-746F-38CF-F92E-95DF75FA25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84446" y="2471516"/>
            <a:ext cx="518160" cy="51816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38964B6-F967-8541-0A3F-DCAD72F59281}"/>
              </a:ext>
            </a:extLst>
          </p:cNvPr>
          <p:cNvSpPr/>
          <p:nvPr/>
        </p:nvSpPr>
        <p:spPr>
          <a:xfrm>
            <a:off x="2140796" y="3072061"/>
            <a:ext cx="1716785" cy="417900"/>
          </a:xfrm>
          <a:prstGeom prst="roundRect">
            <a:avLst>
              <a:gd name="adj" fmla="val 2632"/>
            </a:avLst>
          </a:prstGeom>
          <a:solidFill>
            <a:schemeClr val="accent6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Cloudflared Service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BB8C14-8EE0-5BB7-098B-A0E03FF233B3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>
            <a:off x="2976630" y="1474940"/>
            <a:ext cx="22559" cy="1597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DA29C93-0B81-A653-D0AF-3E0D4B259D73}"/>
              </a:ext>
            </a:extLst>
          </p:cNvPr>
          <p:cNvSpPr/>
          <p:nvPr/>
        </p:nvSpPr>
        <p:spPr>
          <a:xfrm>
            <a:off x="4379215" y="3072061"/>
            <a:ext cx="1716785" cy="431962"/>
          </a:xfrm>
          <a:prstGeom prst="roundRect">
            <a:avLst>
              <a:gd name="adj" fmla="val 2632"/>
            </a:avLst>
          </a:prstGeom>
          <a:solidFill>
            <a:schemeClr val="accent6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Home Assistant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EA3E9AAD-45AD-E4A6-5F7D-9EF16800C46B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3857581" y="3281011"/>
            <a:ext cx="521634" cy="70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phic 35" descr="Users with solid fill">
            <a:extLst>
              <a:ext uri="{FF2B5EF4-FFF2-40B4-BE49-F238E27FC236}">
                <a16:creationId xmlns:a16="http://schemas.microsoft.com/office/drawing/2014/main" id="{77B9AE90-67B7-968C-7AD6-1712D0141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11487" y="2589623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83C3CC7-C95F-41C6-5F0A-CF386816F26D}"/>
              </a:ext>
            </a:extLst>
          </p:cNvPr>
          <p:cNvSpPr txBox="1"/>
          <p:nvPr/>
        </p:nvSpPr>
        <p:spPr>
          <a:xfrm>
            <a:off x="9703955" y="3359196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Home</a:t>
            </a:r>
          </a:p>
          <a:p>
            <a:pPr algn="ctr"/>
            <a:r>
              <a:rPr lang="en-US" sz="1200" dirty="0"/>
              <a:t>Users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DB13DB-9C22-B0B4-A929-339FDCC0BE0E}"/>
              </a:ext>
            </a:extLst>
          </p:cNvPr>
          <p:cNvCxnSpPr>
            <a:cxnSpLocks/>
          </p:cNvCxnSpPr>
          <p:nvPr/>
        </p:nvCxnSpPr>
        <p:spPr>
          <a:xfrm flipH="1">
            <a:off x="6313170" y="3248258"/>
            <a:ext cx="3031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8AC9824-9194-6FDA-B081-CE07F70C093E}"/>
              </a:ext>
            </a:extLst>
          </p:cNvPr>
          <p:cNvSpPr txBox="1"/>
          <p:nvPr/>
        </p:nvSpPr>
        <p:spPr>
          <a:xfrm>
            <a:off x="7137488" y="3242289"/>
            <a:ext cx="1457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Local IP address</a:t>
            </a: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0B172762-84BA-E06F-1510-73E71771C1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43044" y="3820861"/>
            <a:ext cx="359395" cy="35939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41F68E47-08C8-F839-B719-166488CE4EC2}"/>
              </a:ext>
            </a:extLst>
          </p:cNvPr>
          <p:cNvSpPr txBox="1"/>
          <p:nvPr/>
        </p:nvSpPr>
        <p:spPr>
          <a:xfrm>
            <a:off x="4192530" y="4147435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Zigbee Hub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84AC28-2BA8-E506-9D99-8E8CDEA8D872}"/>
              </a:ext>
            </a:extLst>
          </p:cNvPr>
          <p:cNvSpPr txBox="1"/>
          <p:nvPr/>
        </p:nvSpPr>
        <p:spPr>
          <a:xfrm>
            <a:off x="5588573" y="4147435"/>
            <a:ext cx="7857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Wi-Fi Hub</a:t>
            </a:r>
          </a:p>
        </p:txBody>
      </p:sp>
      <p:pic>
        <p:nvPicPr>
          <p:cNvPr id="65" name="Graphic 64" descr="Network outline">
            <a:extLst>
              <a:ext uri="{FF2B5EF4-FFF2-40B4-BE49-F238E27FC236}">
                <a16:creationId xmlns:a16="http://schemas.microsoft.com/office/drawing/2014/main" id="{8052292F-65B4-93E1-A43E-388E3D02DE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92048" y="3708147"/>
            <a:ext cx="489066" cy="489066"/>
          </a:xfrm>
          <a:prstGeom prst="rect">
            <a:avLst/>
          </a:prstGeom>
        </p:spPr>
      </p:pic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B84657C8-A769-4D08-CE2D-1B7E9D1D2880}"/>
              </a:ext>
            </a:extLst>
          </p:cNvPr>
          <p:cNvCxnSpPr>
            <a:cxnSpLocks/>
            <a:stCxn id="28" idx="2"/>
            <a:endCxn id="60" idx="0"/>
          </p:cNvCxnSpPr>
          <p:nvPr/>
        </p:nvCxnSpPr>
        <p:spPr>
          <a:xfrm rot="5400000">
            <a:off x="4771756" y="3355009"/>
            <a:ext cx="316838" cy="614866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Curved 74">
            <a:extLst>
              <a:ext uri="{FF2B5EF4-FFF2-40B4-BE49-F238E27FC236}">
                <a16:creationId xmlns:a16="http://schemas.microsoft.com/office/drawing/2014/main" id="{0AA90EE3-484A-2922-4475-0E8431FB89AE}"/>
              </a:ext>
            </a:extLst>
          </p:cNvPr>
          <p:cNvCxnSpPr>
            <a:stCxn id="28" idx="2"/>
            <a:endCxn id="65" idx="0"/>
          </p:cNvCxnSpPr>
          <p:nvPr/>
        </p:nvCxnSpPr>
        <p:spPr>
          <a:xfrm rot="16200000" flipH="1">
            <a:off x="5485032" y="3256598"/>
            <a:ext cx="204124" cy="698973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Graphic 76" descr="Stream outline">
            <a:extLst>
              <a:ext uri="{FF2B5EF4-FFF2-40B4-BE49-F238E27FC236}">
                <a16:creationId xmlns:a16="http://schemas.microsoft.com/office/drawing/2014/main" id="{05BD89E5-7F0E-16AE-F7D4-DDED5A5CED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36080" y="4609910"/>
            <a:ext cx="560120" cy="56012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C0D27F6B-E24D-E2C3-3FCD-916C5CDC9554}"/>
              </a:ext>
            </a:extLst>
          </p:cNvPr>
          <p:cNvSpPr txBox="1"/>
          <p:nvPr/>
        </p:nvSpPr>
        <p:spPr>
          <a:xfrm>
            <a:off x="7460800" y="4775202"/>
            <a:ext cx="1537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Entertainment System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0DF958-8A6A-72D3-2DC4-4B324B60ECCA}"/>
              </a:ext>
            </a:extLst>
          </p:cNvPr>
          <p:cNvSpPr txBox="1"/>
          <p:nvPr/>
        </p:nvSpPr>
        <p:spPr>
          <a:xfrm>
            <a:off x="7460800" y="5335322"/>
            <a:ext cx="17556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Camera / Security System</a:t>
            </a:r>
          </a:p>
        </p:txBody>
      </p:sp>
      <p:pic>
        <p:nvPicPr>
          <p:cNvPr id="84" name="Graphic 83" descr="Web cam with solid fill">
            <a:extLst>
              <a:ext uri="{FF2B5EF4-FFF2-40B4-BE49-F238E27FC236}">
                <a16:creationId xmlns:a16="http://schemas.microsoft.com/office/drawing/2014/main" id="{352C2E11-E5F9-6793-5328-9985B1C0A2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66058" y="5202104"/>
            <a:ext cx="430142" cy="430142"/>
          </a:xfrm>
          <a:prstGeom prst="rect">
            <a:avLst/>
          </a:prstGeom>
        </p:spPr>
      </p:pic>
      <p:pic>
        <p:nvPicPr>
          <p:cNvPr id="1026" name="Picture 2" descr="Thermostat Icons - Free SVG &amp; PNG Thermostat Images - Noun Project">
            <a:extLst>
              <a:ext uri="{FF2B5EF4-FFF2-40B4-BE49-F238E27FC236}">
                <a16:creationId xmlns:a16="http://schemas.microsoft.com/office/drawing/2014/main" id="{DE1CF515-9E60-FE88-EED5-8F2BBB82A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291" y="4641522"/>
            <a:ext cx="591829" cy="59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871A3C52-6486-60EB-ADA9-A515EA7A1F08}"/>
              </a:ext>
            </a:extLst>
          </p:cNvPr>
          <p:cNvSpPr txBox="1"/>
          <p:nvPr/>
        </p:nvSpPr>
        <p:spPr>
          <a:xfrm>
            <a:off x="1671324" y="4775202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Temperature Control</a:t>
            </a:r>
          </a:p>
        </p:txBody>
      </p:sp>
      <p:pic>
        <p:nvPicPr>
          <p:cNvPr id="1028" name="Picture 4" descr="Smart Sensor Icons - Free SVG &amp; PNG Smart Sensor Images - Noun Project">
            <a:extLst>
              <a:ext uri="{FF2B5EF4-FFF2-40B4-BE49-F238E27FC236}">
                <a16:creationId xmlns:a16="http://schemas.microsoft.com/office/drawing/2014/main" id="{C1087E61-B475-6D99-B3BD-8F20F3A3F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291" y="5330445"/>
            <a:ext cx="560639" cy="56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AA2BCB0D-7516-63C3-57CC-A14CADA4E655}"/>
              </a:ext>
            </a:extLst>
          </p:cNvPr>
          <p:cNvSpPr txBox="1"/>
          <p:nvPr/>
        </p:nvSpPr>
        <p:spPr>
          <a:xfrm>
            <a:off x="1745062" y="5448701"/>
            <a:ext cx="13805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Sensors / Actuators</a:t>
            </a:r>
          </a:p>
        </p:txBody>
      </p:sp>
      <p:sp>
        <p:nvSpPr>
          <p:cNvPr id="87" name="Right Brace 86">
            <a:extLst>
              <a:ext uri="{FF2B5EF4-FFF2-40B4-BE49-F238E27FC236}">
                <a16:creationId xmlns:a16="http://schemas.microsoft.com/office/drawing/2014/main" id="{4BD53034-7DBD-9562-F963-B3D1275A6EBF}"/>
              </a:ext>
            </a:extLst>
          </p:cNvPr>
          <p:cNvSpPr/>
          <p:nvPr/>
        </p:nvSpPr>
        <p:spPr>
          <a:xfrm>
            <a:off x="3678374" y="4641522"/>
            <a:ext cx="274862" cy="119873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ight Brace 87">
            <a:extLst>
              <a:ext uri="{FF2B5EF4-FFF2-40B4-BE49-F238E27FC236}">
                <a16:creationId xmlns:a16="http://schemas.microsoft.com/office/drawing/2014/main" id="{0150DD36-CC08-58B2-72FE-808A5037F2A8}"/>
              </a:ext>
            </a:extLst>
          </p:cNvPr>
          <p:cNvSpPr/>
          <p:nvPr/>
        </p:nvSpPr>
        <p:spPr>
          <a:xfrm rot="10800000">
            <a:off x="6640126" y="4641522"/>
            <a:ext cx="274862" cy="119873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44C41DE-3667-8425-238F-9959E8F007D6}"/>
              </a:ext>
            </a:extLst>
          </p:cNvPr>
          <p:cNvCxnSpPr>
            <a:endCxn id="88" idx="1"/>
          </p:cNvCxnSpPr>
          <p:nvPr/>
        </p:nvCxnSpPr>
        <p:spPr>
          <a:xfrm>
            <a:off x="5981469" y="4409045"/>
            <a:ext cx="658656" cy="831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444B07B-1FCF-662D-28D1-7518D51D9191}"/>
              </a:ext>
            </a:extLst>
          </p:cNvPr>
          <p:cNvCxnSpPr>
            <a:cxnSpLocks/>
            <a:stCxn id="61" idx="2"/>
            <a:endCxn id="87" idx="1"/>
          </p:cNvCxnSpPr>
          <p:nvPr/>
        </p:nvCxnSpPr>
        <p:spPr>
          <a:xfrm flipH="1">
            <a:off x="3953236" y="4409045"/>
            <a:ext cx="674670" cy="831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08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106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Subramani</dc:creator>
  <cp:lastModifiedBy>Navin Subramani</cp:lastModifiedBy>
  <cp:revision>39</cp:revision>
  <dcterms:created xsi:type="dcterms:W3CDTF">2025-05-25T23:17:54Z</dcterms:created>
  <dcterms:modified xsi:type="dcterms:W3CDTF">2026-01-16T00:42:34Z</dcterms:modified>
</cp:coreProperties>
</file>